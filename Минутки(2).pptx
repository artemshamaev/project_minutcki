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84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Знакомьтесь: минутки — школьная валюта «Поколения». Сегодня расскажем, как их заработать и на что потратить.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Минутка — наша собственная школьная валюта. Её зарабатывают своими делами и тратят в буфете по курсу 30 рублей за минутку.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Четыре способа заработать минутки. Мероприятия: за организацию — 5 минуток, за помощь в проведении (выступление, пересказ содержания) — 2 минутки. Спортивные соревнования: за первое место — 3 минутки каждому участнику команды. Участие в мероприятиях: первое место — 3 минутки, второе — 2, третье — 1. Проектная деятельность: от 1 до 5 минуток, решает учитель.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Проект — это ваше собственное творчество или исследование: рисунок, программа, рассказ, исследование на интересующую тему. Покажите работу учителю: он решает, считается ли она проектом и сколько минуток за неё дать. Но будьте внимательны: если взялись за проект и не реализовали его или бросили на полпути — штраф минус 5 минуток.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Всё просто: сделал полезное или интересное дело — получил минутки — потратил их в буфете.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Тратить минутки можно в школьном буфете. Курс простой: одна минутка равна тридцати рублям.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Перевести легко: делим цену в рублях на тридцать. Товар за девяносто рублей стоит три минутки.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Каждое интересное дело может принести минутки. Организуйте, помогайте, участвуйте в квизах и создавайте свои проекты!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 школы «Поколение»"/>
          <p:cNvPicPr>
            <a:picLocks noChangeAspect="1"/>
          </p:cNvPicPr>
          <p:nvPr/>
        </p:nvPicPr>
        <p:blipFill>
          <a:blip r:embed="rId3"/>
          <a:srcRect t="-1020" b="-1020"/>
          <a:stretch/>
        </p:blipFill>
        <p:spPr>
          <a:xfrm>
            <a:off x="812800" y="172085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3067050"/>
            <a:ext cx="6939471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Минутки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812800" y="4286250"/>
            <a:ext cx="693947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Школьная валюта ЧОУ СОШ «Поколение»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12800" y="4870450"/>
            <a:ext cx="693947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Зарабатывай делами — трать в буфете</a:t>
            </a:r>
            <a:endParaRPr lang="en-US" sz="1600" dirty="0"/>
          </a:p>
        </p:txBody>
      </p:sp>
      <p:pic>
        <p:nvPicPr>
          <p:cNvPr id="6" name="Image 1" descr="Монета-минутка: золотая монета с часами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77200" y="1778000"/>
            <a:ext cx="33020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Что такое минутка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542540"/>
            <a:ext cx="981075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Минутка — школьная валюта. Её </a:t>
            </a:r>
            <a:r>
              <a:rPr lang="en-US" sz="28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зарабатывают своими делами</a:t>
            </a:r>
            <a:r>
              <a:rPr lang="en-US" sz="28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и </a:t>
            </a:r>
            <a:r>
              <a:rPr lang="en-US" sz="28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тратят в школьном буфете</a:t>
            </a:r>
            <a:r>
              <a:rPr lang="en-US" sz="28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4693920"/>
            <a:ext cx="3420533" cy="1148080"/>
          </a:xfrm>
          <a:prstGeom prst="roundRect">
            <a:avLst>
              <a:gd name="adj" fmla="val 1106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4922520"/>
            <a:ext cx="3052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Зарабатывай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1400" y="5222240"/>
            <a:ext cx="305223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делами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85733" y="4693920"/>
            <a:ext cx="3420533" cy="1148080"/>
          </a:xfrm>
          <a:prstGeom prst="roundRect">
            <a:avLst>
              <a:gd name="adj" fmla="val 11062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4614333" y="4922520"/>
            <a:ext cx="3052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Трать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4333" y="5222240"/>
            <a:ext cx="305223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буфете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58667" y="4693920"/>
            <a:ext cx="3420533" cy="1148080"/>
          </a:xfrm>
          <a:prstGeom prst="roundRect">
            <a:avLst>
              <a:gd name="adj" fmla="val 11062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187267" y="4922520"/>
            <a:ext cx="3052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Курс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87267" y="5222240"/>
            <a:ext cx="305223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минутка = 30 ₽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Как заработать минутки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255520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2509520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+5 / +2 минутки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2870200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ru-RU" sz="2000" b="1" dirty="0" smtClean="0">
                <a:solidFill>
                  <a:srgbClr val="1D2433"/>
                </a:solidFill>
                <a:ea typeface="Nunito" pitchFamily="34" charset="-122"/>
              </a:rPr>
              <a:t>Мероприятия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6800" y="3238500"/>
            <a:ext cx="48399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Организация — 5 минуток; помощь в проведении (выступление, пересказ содержания) — 2 минутки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255520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2509520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 smtClean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+3 </a:t>
            </a:r>
            <a:r>
              <a:rPr lang="en-US" sz="1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минутки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26200" y="2870200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Спортивные соревнования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26200" y="3238500"/>
            <a:ext cx="48399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 I место — 3 минутки каждому участнику команды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124961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378961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+3 / +2 / +1 минутки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6800" y="4739639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ru-RU" sz="2000" b="1" dirty="0" smtClean="0">
                <a:solidFill>
                  <a:srgbClr val="1D2433"/>
                </a:solidFill>
                <a:ea typeface="Nunito" pitchFamily="34" charset="-122"/>
              </a:rPr>
              <a:t>Участие в мероприятиях</a:t>
            </a:r>
          </a:p>
        </p:txBody>
      </p:sp>
      <p:sp>
        <p:nvSpPr>
          <p:cNvPr id="14" name="Text 12"/>
          <p:cNvSpPr/>
          <p:nvPr/>
        </p:nvSpPr>
        <p:spPr>
          <a:xfrm>
            <a:off x="1066800" y="5107939"/>
            <a:ext cx="48399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 место — 3 минутки, II место — 2 минутки, III место — 1 минутка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4124961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26200" y="4378961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+1 … +5 минуток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6200" y="4739639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ru-RU" sz="2000" b="1" dirty="0" smtClean="0">
                <a:solidFill>
                  <a:srgbClr val="1D2433"/>
                </a:solidFill>
                <a:ea typeface="Nunito" pitchFamily="34" charset="-122"/>
              </a:rPr>
              <a:t>Проектная деятельность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26200" y="5107939"/>
            <a:ext cx="48399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Рисунок, программа, свой рассказ и другое творчество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Что может стать проектом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280920"/>
            <a:ext cx="2527300" cy="160020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2280920"/>
            <a:ext cx="2527300" cy="160020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2456C9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2463800"/>
            <a:ext cx="22225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ru-RU" sz="1600" b="1" dirty="0" smtClean="0">
                <a:solidFill>
                  <a:srgbClr val="1D2433"/>
                </a:solidFill>
                <a:latin typeface="Nunito"/>
                <a:ea typeface="Nunito" pitchFamily="34" charset="-122"/>
              </a:rPr>
              <a:t>Творческая деятельность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5200" y="3040920"/>
            <a:ext cx="22225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 b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Очень интересная работа на любую тему (1 мин)</a:t>
            </a:r>
            <a:endParaRPr lang="ru-RU" sz="1200" dirty="0" smtClean="0">
              <a:solidFill>
                <a:srgbClr val="3C4558"/>
              </a:solidFill>
              <a:latin typeface="Nunito" pitchFamily="34" charset="0"/>
              <a:ea typeface="Nunito" pitchFamily="34" charset="-122"/>
              <a:cs typeface="Nunito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92500" y="2280920"/>
            <a:ext cx="2527300" cy="160020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3492500" y="2280920"/>
            <a:ext cx="2527300" cy="160020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2456C9"/>
          </a:solidFill>
          <a:ln/>
        </p:spPr>
      </p:sp>
      <p:sp>
        <p:nvSpPr>
          <p:cNvPr id="9" name="Text 7"/>
          <p:cNvSpPr/>
          <p:nvPr/>
        </p:nvSpPr>
        <p:spPr>
          <a:xfrm>
            <a:off x="3644900" y="2463800"/>
            <a:ext cx="22225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Программа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44900" y="3040920"/>
            <a:ext cx="22225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 b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Игра, сайт или полезное приложение (5 мин)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280920"/>
            <a:ext cx="2527300" cy="160020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2280920"/>
            <a:ext cx="2527300" cy="160020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2456C9"/>
          </a:solidFill>
          <a:ln/>
        </p:spPr>
      </p:sp>
      <p:sp>
        <p:nvSpPr>
          <p:cNvPr id="13" name="Text 11"/>
          <p:cNvSpPr/>
          <p:nvPr/>
        </p:nvSpPr>
        <p:spPr>
          <a:xfrm>
            <a:off x="6324600" y="2463800"/>
            <a:ext cx="22225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Рассказ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4600" y="3040920"/>
            <a:ext cx="22225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 b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Своя история, сказка или стихи (2 мин)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51900" y="2280920"/>
            <a:ext cx="2527300" cy="160020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851900" y="2280920"/>
            <a:ext cx="2527300" cy="160020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E9A62A"/>
          </a:solidFill>
          <a:ln/>
        </p:spPr>
      </p:sp>
      <p:sp>
        <p:nvSpPr>
          <p:cNvPr id="17" name="Text 15"/>
          <p:cNvSpPr/>
          <p:nvPr/>
        </p:nvSpPr>
        <p:spPr>
          <a:xfrm>
            <a:off x="9004300" y="2463800"/>
            <a:ext cx="22225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ru-RU" sz="1600" b="1" dirty="0" smtClean="0">
                <a:solidFill>
                  <a:srgbClr val="1D2433"/>
                </a:solidFill>
                <a:latin typeface="Nunito"/>
                <a:ea typeface="Nunito" pitchFamily="34" charset="-122"/>
              </a:rPr>
              <a:t>Исследовательская деятельность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" y="4343400"/>
            <a:ext cx="5168900" cy="1600200"/>
          </a:xfrm>
          <a:prstGeom prst="roundRect">
            <a:avLst>
              <a:gd name="adj" fmla="val 10799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" y="4572000"/>
            <a:ext cx="45593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Всё решает учитель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17600" y="4983400"/>
            <a:ext cx="45593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Покажи работу учителю. Он решает, засчитать ли её как проект и </a:t>
            </a:r>
            <a:r>
              <a:rPr lang="en-US" sz="1600" b="1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сколько минуток за неё начислить</a:t>
            </a: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Штраф фон"/>
          <p:cNvSpPr/>
          <p:nvPr/>
        </p:nvSpPr>
        <p:spPr>
          <a:xfrm>
            <a:off x="6210300" y="4343400"/>
            <a:ext cx="5168900" cy="1600200"/>
          </a:xfrm>
          <a:prstGeom prst="roundRect">
            <a:avLst>
              <a:gd name="adj" fmla="val 10799"/>
            </a:avLst>
          </a:prstGeom>
          <a:solidFill>
            <a:srgbClr val="FDECEA"/>
          </a:solidFill>
          <a:ln/>
        </p:spPr>
      </p:sp>
      <p:sp>
        <p:nvSpPr>
          <p:cNvPr id="26" name="Штраф заголовок"/>
          <p:cNvSpPr/>
          <p:nvPr/>
        </p:nvSpPr>
        <p:spPr>
          <a:xfrm>
            <a:off x="6515100" y="4572000"/>
            <a:ext cx="45593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B4231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Штраф −5 минуток</a:t>
            </a:r>
            <a:endParaRPr lang="en-US" sz="2000" dirty="0"/>
          </a:p>
        </p:txBody>
      </p:sp>
      <p:sp>
        <p:nvSpPr>
          <p:cNvPr id="27" name="Штраф текст"/>
          <p:cNvSpPr/>
          <p:nvPr/>
        </p:nvSpPr>
        <p:spPr>
          <a:xfrm>
            <a:off x="6515100" y="4983400"/>
            <a:ext cx="45593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Если взялся за проект и </a:t>
            </a:r>
            <a:r>
              <a:rPr lang="en-US" sz="1600" b="1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не реализовал его или бросил на полпути</a:t>
            </a: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9004300" y="3040920"/>
            <a:ext cx="2222500" cy="76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00"/>
              </a:lnSpc>
            </a:pPr>
            <a:r>
              <a:rPr lang="ru-RU" sz="1200" b="0" cap="none" spc="0" dirty="0" smtClean="0">
                <a:ln w="0"/>
                <a:solidFill>
                  <a:srgbClr val="3C4558"/>
                </a:solidFill>
                <a:latin typeface="Nunito"/>
              </a:rPr>
              <a:t>Проведение исследования на интересующую тему (3 мин)</a:t>
            </a:r>
            <a:endParaRPr lang="ru-RU" sz="1200" b="0" cap="none" spc="0" dirty="0">
              <a:ln w="0"/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Как это работает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402205"/>
            <a:ext cx="3014133" cy="2071370"/>
          </a:xfrm>
          <a:prstGeom prst="roundRect">
            <a:avLst>
              <a:gd name="adj" fmla="val 6131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2707005"/>
            <a:ext cx="247666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17600" y="3265805"/>
            <a:ext cx="2476669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Сделай дело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7600" y="3688716"/>
            <a:ext cx="2476669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 b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Организуй, помоги, выиграй квиз или создай проект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79333" y="3117851"/>
            <a:ext cx="5486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9A6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88933" y="2402205"/>
            <a:ext cx="3014133" cy="2071370"/>
          </a:xfrm>
          <a:prstGeom prst="roundRect">
            <a:avLst>
              <a:gd name="adj" fmla="val 6131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4893733" y="2707005"/>
            <a:ext cx="247666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893733" y="3265805"/>
            <a:ext cx="2476669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Получи минутки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93733" y="3688716"/>
            <a:ext cx="2476669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 b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Минутки начисляют за твой вклад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55467" y="3117851"/>
            <a:ext cx="5486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9A6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365067" y="2402205"/>
            <a:ext cx="3014133" cy="2071370"/>
          </a:xfrm>
          <a:prstGeom prst="roundRect">
            <a:avLst>
              <a:gd name="adj" fmla="val 5308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669867" y="2707005"/>
            <a:ext cx="247666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669867" y="3265805"/>
            <a:ext cx="2476669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Потрать в буфете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69867" y="3688716"/>
            <a:ext cx="2476669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 b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Расплачивайся минутками вместо рублей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Где потратить минутки</a:t>
            </a:r>
            <a:endParaRPr lang="en-US" sz="3600" dirty="0"/>
          </a:p>
        </p:txBody>
      </p:sp>
      <p:pic>
        <p:nvPicPr>
          <p:cNvPr id="3" name="Image 0" descr="Монета-минутка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65729"/>
            <a:ext cx="2032000" cy="203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1200" y="2811144"/>
            <a:ext cx="658573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школьном буфете по курсу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152346" y="3681729"/>
            <a:ext cx="767270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минутка = 30 ₽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Сколько это в рублях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778761"/>
          <a:ext cx="5194300" cy="3063240"/>
        </p:xfrm>
        <a:graphic>
          <a:graphicData uri="http://schemas.openxmlformats.org/drawingml/2006/table">
            <a:tbl>
              <a:tblPr/>
              <a:tblGrid>
                <a:gridCol w="2597150"/>
                <a:gridCol w="2597150"/>
              </a:tblGrid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Минутки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Рубли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 минутка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2 минутки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60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 минутки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90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5 минуток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150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10 минуток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300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26200" y="2766061"/>
            <a:ext cx="4953000" cy="1978660"/>
          </a:xfrm>
          <a:prstGeom prst="roundRect">
            <a:avLst>
              <a:gd name="adj" fmla="val 6418"/>
            </a:avLst>
          </a:prstGeom>
          <a:solidFill>
            <a:srgbClr val="FFF6E0"/>
          </a:solidFill>
          <a:ln/>
        </p:spPr>
      </p:sp>
      <p:sp>
        <p:nvSpPr>
          <p:cNvPr id="5" name="Text 2"/>
          <p:cNvSpPr/>
          <p:nvPr/>
        </p:nvSpPr>
        <p:spPr>
          <a:xfrm>
            <a:off x="6731000" y="3070861"/>
            <a:ext cx="447370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Как посчитать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731000" y="3489961"/>
            <a:ext cx="447370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Цена в рублях ÷ 30 = цена в минутках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31000" y="3891279"/>
            <a:ext cx="4473702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Например, если товар стоит 90 ₽, он </a:t>
            </a:r>
            <a:r>
              <a:rPr lang="en-US" sz="1600" b="1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стоит 3 минутки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 школы «Поколение»"/>
          <p:cNvPicPr>
            <a:picLocks noChangeAspect="1"/>
          </p:cNvPicPr>
          <p:nvPr/>
        </p:nvPicPr>
        <p:blipFill>
          <a:blip r:embed="rId3"/>
          <a:srcRect t="-1020" b="-1020"/>
          <a:stretch/>
        </p:blipFill>
        <p:spPr>
          <a:xfrm>
            <a:off x="812800" y="1851661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3197861"/>
            <a:ext cx="693293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Делай интересное — </a:t>
            </a:r>
            <a:r>
              <a:rPr lang="en-US" sz="4800" b="1" i="0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получай минутки!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812800" y="4742179"/>
            <a:ext cx="69329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</a:t>
            </a:r>
            <a:endParaRPr lang="en-US" sz="1600" dirty="0"/>
          </a:p>
        </p:txBody>
      </p:sp>
      <p:pic>
        <p:nvPicPr>
          <p:cNvPr id="5" name="Image 1" descr="Монета-минутка: золотая монета с часами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85200" y="2032000"/>
            <a:ext cx="2794000" cy="279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Минутки — школьная валюта">
  <a:themeElements>
    <a:clrScheme name="Минутки — школьная валюта">
      <a:dk1>
        <a:srgbClr val="1D2433"/>
      </a:dk1>
      <a:lt1>
        <a:srgbClr val="FFFFFF"/>
      </a:lt1>
      <a:dk2>
        <a:srgbClr val="565B66"/>
      </a:dk2>
      <a:lt2>
        <a:srgbClr val="E8E9EB"/>
      </a:lt2>
      <a:accent1>
        <a:srgbClr val="2456C9"/>
      </a:accent1>
      <a:accent2>
        <a:srgbClr val="E9A62A"/>
      </a:accent2>
      <a:accent3>
        <a:srgbClr val="5B6475"/>
      </a:accent3>
      <a:accent4>
        <a:srgbClr val="3C4558"/>
      </a:accent4>
      <a:accent5>
        <a:srgbClr val="FFF6E0"/>
      </a:accent5>
      <a:accent6>
        <a:srgbClr val="9AA0A6"/>
      </a:accent6>
      <a:hlink>
        <a:srgbClr val="0563C1"/>
      </a:hlink>
      <a:folHlink>
        <a:srgbClr val="954F72"/>
      </a:folHlink>
    </a:clrScheme>
    <a:fontScheme name="Минутки — школьная валюта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544</Words>
  <Application>Microsoft Office PowerPoint</Application>
  <PresentationFormat>Широкоэкранный</PresentationFormat>
  <Paragraphs>96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Nunito</vt:lpstr>
      <vt:lpstr>Минутки — школьная валюта</vt:lpstr>
      <vt:lpstr>Минутки</vt:lpstr>
      <vt:lpstr>Что такое минутка</vt:lpstr>
      <vt:lpstr>Как заработать минутки</vt:lpstr>
      <vt:lpstr>Что может стать проектом</vt:lpstr>
      <vt:lpstr>Как это работает</vt:lpstr>
      <vt:lpstr>Где потратить минутки</vt:lpstr>
      <vt:lpstr>Сколько это в рублях</vt:lpstr>
      <vt:lpstr>Делай интересное — получай минутки!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Минутки — школьная валюта</dc:title>
  <dc:subject/>
  <dc:creator/>
  <cp:lastModifiedBy>1-02 (8)</cp:lastModifiedBy>
  <cp:revision>6</cp:revision>
  <dcterms:created xsi:type="dcterms:W3CDTF">2026-10-18T05:02:18Z</dcterms:created>
  <dcterms:modified xsi:type="dcterms:W3CDTF">2026-10-20T13:20:23Z</dcterms:modified>
</cp:coreProperties>
</file>