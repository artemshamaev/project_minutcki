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Знакомьтесь: минутки — школьная валюта «Поколения». Сегодня расскажем, как их заработать и на что потратить.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Минутка — наша собственная школьная валюта. Её зарабатывают своими делами и тратят в буфете по курсу 30 рублей за минутку.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способа заработать минутки. За организацию мероприятия — 5 минуток. За помощь в организации (выступление, пересказ содержания) — 3 минутки. За призовые места в квизах: первое место — 3 минутки, второе — 2, третье — 1. За творческие проекты — сколько решит учитель.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Проект — это ваше собственное творчество: рисунок, программа, рассказ или что-то совсем другое. Покажите работу учителю: он решает, считается ли она проектом и сколько минуток за неё дать.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Всё просто: сделал полезное или интересное дело — получил минутки — потратил их в буфете.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Тратить минутки можно в школьном буфете. Курс простой: одна минутка равна тридцати рублям.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Перевести легко: делим цену в рублях на тридцать. Товар за девяносто рублей стоит три минутки.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Каждое интересное дело может принести минутки. Организуйте, помогайте, участвуйте в квизах и создавайте свои проекты!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Логотип школы «Поколение»">    </p:cNvPr>
          <p:cNvPicPr>
            <a:picLocks noChangeAspect="1"/>
          </p:cNvPicPr>
          <p:nvPr/>
        </p:nvPicPr>
        <p:blipFill>
          <a:blip r:embed="rId1"/>
          <a:srcRect l="0" r="0" t="-1020" b="-1020"/>
          <a:stretch/>
        </p:blipFill>
        <p:spPr>
          <a:xfrm>
            <a:off x="812800" y="1720850"/>
            <a:ext cx="1143000" cy="1143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3067050"/>
            <a:ext cx="6939471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i="0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Минутки</a:t>
            </a:r>
            <a:endParaRPr lang="en-US" sz="8000" dirty="0"/>
          </a:p>
        </p:txBody>
      </p:sp>
      <p:sp>
        <p:nvSpPr>
          <p:cNvPr id="4" name="Text 1"/>
          <p:cNvSpPr/>
          <p:nvPr/>
        </p:nvSpPr>
        <p:spPr>
          <a:xfrm>
            <a:off x="812800" y="4286250"/>
            <a:ext cx="6939471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2456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Школьная валюта ЧОУ СОШ «Поколение»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12800" y="4870450"/>
            <a:ext cx="6939471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Зарабатывай делами — трать в буфете</a:t>
            </a:r>
            <a:endParaRPr lang="en-US" sz="1600" dirty="0"/>
          </a:p>
        </p:txBody>
      </p:sp>
      <p:pic>
        <p:nvPicPr>
          <p:cNvPr id="6" name="Image 1" descr="Монета-минутка: золотая монета с часами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77200" y="1778000"/>
            <a:ext cx="3302000" cy="330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Что такое минутка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2542540"/>
            <a:ext cx="9810750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8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Минутка — школьная валюта. Её </a:t>
            </a:r>
            <a:r>
              <a:rPr lang="en-US" sz="2800" b="1" dirty="0">
                <a:solidFill>
                  <a:srgbClr val="2456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зарабатывают своими делами</a:t>
            </a:r>
            <a:r>
              <a:rPr lang="en-US" sz="28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и </a:t>
            </a:r>
            <a:r>
              <a:rPr lang="en-US" sz="2800" b="1" dirty="0">
                <a:solidFill>
                  <a:srgbClr val="2456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тратят в школьном буфете</a:t>
            </a:r>
            <a:r>
              <a:rPr lang="en-US" sz="28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4693920"/>
            <a:ext cx="3420533" cy="1148080"/>
          </a:xfrm>
          <a:prstGeom prst="roundRect">
            <a:avLst>
              <a:gd name="adj" fmla="val 11062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4922520"/>
            <a:ext cx="30522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Зарабатывай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41400" y="5222240"/>
            <a:ext cx="3052233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делами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385733" y="4693920"/>
            <a:ext cx="3420533" cy="1148080"/>
          </a:xfrm>
          <a:prstGeom prst="roundRect">
            <a:avLst>
              <a:gd name="adj" fmla="val 11062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4614333" y="4922520"/>
            <a:ext cx="30522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Трать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14333" y="5222240"/>
            <a:ext cx="3052233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в буфете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958667" y="4693920"/>
            <a:ext cx="3420533" cy="1148080"/>
          </a:xfrm>
          <a:prstGeom prst="roundRect">
            <a:avLst>
              <a:gd name="adj" fmla="val 11062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/>
          <p:nvPr/>
        </p:nvSpPr>
        <p:spPr>
          <a:xfrm>
            <a:off x="8187267" y="4922520"/>
            <a:ext cx="30522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Курс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87267" y="5222240"/>
            <a:ext cx="3052233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 минутка = 30 ₽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ЧОУ СОШ «Поколение» · Минутки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Как заработать минутки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2255520"/>
            <a:ext cx="5207000" cy="1717040"/>
          </a:xfrm>
          <a:prstGeom prst="roundRect">
            <a:avLst>
              <a:gd name="adj" fmla="val 7396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2509520"/>
            <a:ext cx="483997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456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+5 минуток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2870200"/>
            <a:ext cx="483997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Организация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66800" y="3238500"/>
            <a:ext cx="483997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Организуй мероприятие или школьное дело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2255520"/>
            <a:ext cx="5207000" cy="1717040"/>
          </a:xfrm>
          <a:prstGeom prst="roundRect">
            <a:avLst>
              <a:gd name="adj" fmla="val 7396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6426200" y="2509520"/>
            <a:ext cx="483997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456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+3 минутки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26200" y="2870200"/>
            <a:ext cx="483997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Помощь в организации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26200" y="3238500"/>
            <a:ext cx="483997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Выступление, пересказ содержания и другая помощь в проведении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" y="4124961"/>
            <a:ext cx="5207000" cy="1717040"/>
          </a:xfrm>
          <a:prstGeom prst="roundRect">
            <a:avLst>
              <a:gd name="adj" fmla="val 7396"/>
            </a:avLst>
          </a:prstGeom>
          <a:solidFill>
            <a:srgbClr val="F4F6FB"/>
          </a:solidFill>
          <a:ln/>
        </p:spPr>
      </p:sp>
      <p:sp>
        <p:nvSpPr>
          <p:cNvPr id="12" name="Text 10"/>
          <p:cNvSpPr/>
          <p:nvPr/>
        </p:nvSpPr>
        <p:spPr>
          <a:xfrm>
            <a:off x="1066800" y="4378961"/>
            <a:ext cx="483997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456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+3 / +2 / +1 минутки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66800" y="4739639"/>
            <a:ext cx="483997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Призовые места в квизах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66800" y="5107939"/>
            <a:ext cx="483997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 место — 3 минутки, II место — 2 минутки, III место — 1 минутка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2200" y="4124961"/>
            <a:ext cx="5207000" cy="1717040"/>
          </a:xfrm>
          <a:prstGeom prst="roundRect">
            <a:avLst>
              <a:gd name="adj" fmla="val 7396"/>
            </a:avLst>
          </a:prstGeom>
          <a:solidFill>
            <a:srgbClr val="F4F6FB"/>
          </a:solidFill>
          <a:ln/>
        </p:spPr>
      </p:sp>
      <p:sp>
        <p:nvSpPr>
          <p:cNvPr id="16" name="Text 14"/>
          <p:cNvSpPr/>
          <p:nvPr/>
        </p:nvSpPr>
        <p:spPr>
          <a:xfrm>
            <a:off x="6426200" y="4378961"/>
            <a:ext cx="483997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456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На усмотрение учителя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26200" y="4739639"/>
            <a:ext cx="483997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Свои проекты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26200" y="5107939"/>
            <a:ext cx="495300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Рисунок, программа, свой рассказ и другое творчество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ЧОУ СОШ «Поколение» · Минутки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Что может стать проектом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2280920"/>
            <a:ext cx="2527300" cy="1419860"/>
          </a:xfrm>
          <a:prstGeom prst="roundRect">
            <a:avLst>
              <a:gd name="adj" fmla="val 8945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2280920"/>
            <a:ext cx="2527300" cy="1419860"/>
          </a:xfrm>
          <a:custGeom>
            <a:avLst/>
            <a:gdLst/>
            <a:ahLst/>
            <a:cxnLst/>
            <a:rect l="l" t="t" r="r" b="b"/>
            <a:pathLst>
              <a:path w="2527300" h="141986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2400300" y="0"/>
                </a:lnTo>
                <a:arcTo hR="127000" wR="127000" stAng="16200000" swAng="5400000"/>
                <a:lnTo>
                  <a:pt x="25273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2456C9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585720"/>
            <a:ext cx="207987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Рисунок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66800" y="2966720"/>
            <a:ext cx="2079879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Очень интересная работа на любую тему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92500" y="2280920"/>
            <a:ext cx="2527300" cy="1419860"/>
          </a:xfrm>
          <a:prstGeom prst="roundRect">
            <a:avLst>
              <a:gd name="adj" fmla="val 8945"/>
            </a:avLst>
          </a:prstGeom>
          <a:solidFill>
            <a:srgbClr val="F4F6FB"/>
          </a:solidFill>
          <a:ln/>
        </p:spPr>
      </p:sp>
      <p:sp>
        <p:nvSpPr>
          <p:cNvPr id="8" name="Shape 6"/>
          <p:cNvSpPr/>
          <p:nvPr/>
        </p:nvSpPr>
        <p:spPr>
          <a:xfrm>
            <a:off x="3492500" y="2280920"/>
            <a:ext cx="2527300" cy="1419860"/>
          </a:xfrm>
          <a:custGeom>
            <a:avLst/>
            <a:gdLst/>
            <a:ahLst/>
            <a:cxnLst/>
            <a:rect l="l" t="t" r="r" b="b"/>
            <a:pathLst>
              <a:path w="2527300" h="141986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2400300" y="0"/>
                </a:lnTo>
                <a:arcTo hR="127000" wR="127000" stAng="16200000" swAng="5400000"/>
                <a:lnTo>
                  <a:pt x="25273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2456C9"/>
          </a:solidFill>
          <a:ln/>
        </p:spPr>
      </p:sp>
      <p:sp>
        <p:nvSpPr>
          <p:cNvPr id="9" name="Text 7"/>
          <p:cNvSpPr/>
          <p:nvPr/>
        </p:nvSpPr>
        <p:spPr>
          <a:xfrm>
            <a:off x="3746500" y="2585720"/>
            <a:ext cx="207987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Программа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6500" y="2966720"/>
            <a:ext cx="2079879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Игра, сайт или полезное приложение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2280920"/>
            <a:ext cx="2527300" cy="1419860"/>
          </a:xfrm>
          <a:prstGeom prst="roundRect">
            <a:avLst>
              <a:gd name="adj" fmla="val 8945"/>
            </a:avLst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6172200" y="2280920"/>
            <a:ext cx="2527300" cy="1419860"/>
          </a:xfrm>
          <a:custGeom>
            <a:avLst/>
            <a:gdLst/>
            <a:ahLst/>
            <a:cxnLst/>
            <a:rect l="l" t="t" r="r" b="b"/>
            <a:pathLst>
              <a:path w="2527300" h="141986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2400300" y="0"/>
                </a:lnTo>
                <a:arcTo hR="127000" wR="127000" stAng="16200000" swAng="5400000"/>
                <a:lnTo>
                  <a:pt x="25273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2456C9"/>
          </a:solidFill>
          <a:ln/>
        </p:spPr>
      </p:sp>
      <p:sp>
        <p:nvSpPr>
          <p:cNvPr id="13" name="Text 11"/>
          <p:cNvSpPr/>
          <p:nvPr/>
        </p:nvSpPr>
        <p:spPr>
          <a:xfrm>
            <a:off x="6426200" y="2585720"/>
            <a:ext cx="207987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Рассказ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26200" y="2966720"/>
            <a:ext cx="2079879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Своя история, сказка или стихи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851900" y="2280920"/>
            <a:ext cx="2527300" cy="1419860"/>
          </a:xfrm>
          <a:prstGeom prst="roundRect">
            <a:avLst>
              <a:gd name="adj" fmla="val 8945"/>
            </a:avLst>
          </a:prstGeom>
          <a:solidFill>
            <a:srgbClr val="F4F6FB"/>
          </a:solidFill>
          <a:ln/>
        </p:spPr>
      </p:sp>
      <p:sp>
        <p:nvSpPr>
          <p:cNvPr id="16" name="Shape 14"/>
          <p:cNvSpPr/>
          <p:nvPr/>
        </p:nvSpPr>
        <p:spPr>
          <a:xfrm>
            <a:off x="8851900" y="2280920"/>
            <a:ext cx="2527300" cy="1419860"/>
          </a:xfrm>
          <a:custGeom>
            <a:avLst/>
            <a:gdLst/>
            <a:ahLst/>
            <a:cxnLst/>
            <a:rect l="l" t="t" r="r" b="b"/>
            <a:pathLst>
              <a:path w="2527300" h="141986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2400300" y="0"/>
                </a:lnTo>
                <a:arcTo hR="127000" wR="127000" stAng="16200000" swAng="5400000"/>
                <a:lnTo>
                  <a:pt x="25273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E9A62A"/>
          </a:solidFill>
          <a:ln/>
        </p:spPr>
      </p:sp>
      <p:sp>
        <p:nvSpPr>
          <p:cNvPr id="17" name="Text 15"/>
          <p:cNvSpPr/>
          <p:nvPr/>
        </p:nvSpPr>
        <p:spPr>
          <a:xfrm>
            <a:off x="9105900" y="2585720"/>
            <a:ext cx="207987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И другое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05900" y="2966720"/>
            <a:ext cx="2079879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Любая творческая деятельность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2800" y="4665980"/>
            <a:ext cx="10566400" cy="1176020"/>
          </a:xfrm>
          <a:prstGeom prst="roundRect">
            <a:avLst>
              <a:gd name="adj" fmla="val 10799"/>
            </a:avLst>
          </a:prstGeom>
          <a:solidFill>
            <a:srgbClr val="FFF6E0"/>
          </a:solidFill>
          <a:ln/>
        </p:spPr>
      </p:sp>
      <p:sp>
        <p:nvSpPr>
          <p:cNvPr id="20" name="Text 18"/>
          <p:cNvSpPr/>
          <p:nvPr/>
        </p:nvSpPr>
        <p:spPr>
          <a:xfrm>
            <a:off x="1117600" y="4919980"/>
            <a:ext cx="10255504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Всё решает учитель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17600" y="5313680"/>
            <a:ext cx="1026160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Покажи работу учителю. Он решает, засчитать ли её как проект и </a:t>
            </a:r>
            <a:r>
              <a:rPr lang="en-US" sz="1600" b="1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сколько минуток за неё начислить</a:t>
            </a:r>
            <a:r>
              <a:rPr lang="en-US" sz="16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ЧОУ СОШ «Поколение» · Минутки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Как это работает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3609975"/>
            <a:ext cx="3014133" cy="2071370"/>
          </a:xfrm>
          <a:prstGeom prst="roundRect">
            <a:avLst>
              <a:gd name="adj" fmla="val 6131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1117600" y="3914775"/>
            <a:ext cx="247666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456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117600" y="4473575"/>
            <a:ext cx="2476669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Сделай дело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17600" y="4896486"/>
            <a:ext cx="2476669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Организуй, помоги, выиграй квиз или создай проект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79333" y="4325621"/>
            <a:ext cx="54864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E9A6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→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588933" y="3609975"/>
            <a:ext cx="3014133" cy="2071370"/>
          </a:xfrm>
          <a:prstGeom prst="roundRect">
            <a:avLst>
              <a:gd name="adj" fmla="val 6131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/>
          <p:nvPr/>
        </p:nvSpPr>
        <p:spPr>
          <a:xfrm>
            <a:off x="4893733" y="3914775"/>
            <a:ext cx="247666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456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893733" y="4473575"/>
            <a:ext cx="2476669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Получи минутки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93733" y="4896486"/>
            <a:ext cx="2476669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Минутки начисляют за твой вклад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55467" y="4325621"/>
            <a:ext cx="54864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E9A6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→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8365067" y="3449321"/>
            <a:ext cx="3014133" cy="2392680"/>
          </a:xfrm>
          <a:prstGeom prst="roundRect">
            <a:avLst>
              <a:gd name="adj" fmla="val 5308"/>
            </a:avLst>
          </a:prstGeom>
          <a:solidFill>
            <a:srgbClr val="F4F6FB"/>
          </a:solidFill>
          <a:ln/>
        </p:spPr>
      </p:sp>
      <p:sp>
        <p:nvSpPr>
          <p:cNvPr id="14" name="Text 12"/>
          <p:cNvSpPr/>
          <p:nvPr/>
        </p:nvSpPr>
        <p:spPr>
          <a:xfrm>
            <a:off x="8669867" y="3754121"/>
            <a:ext cx="247666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456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669867" y="4312921"/>
            <a:ext cx="2476669" cy="668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Потрать в буфете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669867" y="5057139"/>
            <a:ext cx="2476669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Расплачивайся минутками вместо рублей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ЧОУ СОШ «Поколение» · Минутки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Где потратить минутки</a:t>
            </a:r>
            <a:endParaRPr lang="en-US" sz="3600" dirty="0"/>
          </a:p>
        </p:txBody>
      </p:sp>
      <p:pic>
        <p:nvPicPr>
          <p:cNvPr id="3" name="Image 0" descr="Монета-минутка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3810000"/>
            <a:ext cx="2032000" cy="203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51200" y="4154171"/>
            <a:ext cx="6585739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В школьном буфете по курсу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251200" y="4697729"/>
            <a:ext cx="767270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2456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 минутка = 30 ₽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ЧОУ СОШ «Поколение» · Минутки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Сколько это в рублях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778761"/>
          <a:ext cx="5194300" cy="3063240"/>
        </p:xfrm>
        <a:graphic>
          <a:graphicData uri="http://schemas.openxmlformats.org/drawingml/2006/table">
            <a:tbl>
              <a:tblPr/>
              <a:tblGrid>
                <a:gridCol w="2597150"/>
                <a:gridCol w="2597150"/>
              </a:tblGrid>
              <a:tr h="51054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1D2433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Минутки</a:t>
                      </a:r>
                      <a:endParaRPr lang="en-US" sz="18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1D2433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Рубли</a:t>
                      </a:r>
                      <a:endParaRPr lang="en-US" sz="18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D2433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1 минутка</a:t>
                      </a:r>
                      <a:endParaRPr lang="en-US" sz="18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456C9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30 ₽</a:t>
                      </a:r>
                      <a:endParaRPr lang="en-US" sz="18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D2433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2 минутки</a:t>
                      </a:r>
                      <a:endParaRPr lang="en-US" sz="18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456C9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60 ₽</a:t>
                      </a:r>
                      <a:endParaRPr lang="en-US" sz="18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D2433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3 минутки</a:t>
                      </a:r>
                      <a:endParaRPr lang="en-US" sz="18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456C9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90 ₽</a:t>
                      </a:r>
                      <a:endParaRPr lang="en-US" sz="18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D2433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5 минуток</a:t>
                      </a:r>
                      <a:endParaRPr lang="en-US" sz="18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456C9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150 ₽</a:t>
                      </a:r>
                      <a:endParaRPr lang="en-US" sz="18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D2433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10 минуток</a:t>
                      </a:r>
                      <a:endParaRPr lang="en-US" sz="18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456C9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300 ₽</a:t>
                      </a:r>
                      <a:endParaRPr lang="en-US" sz="18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26200" y="2766061"/>
            <a:ext cx="4953000" cy="1978660"/>
          </a:xfrm>
          <a:prstGeom prst="roundRect">
            <a:avLst>
              <a:gd name="adj" fmla="val 6418"/>
            </a:avLst>
          </a:prstGeom>
          <a:solidFill>
            <a:srgbClr val="FFF6E0"/>
          </a:solidFill>
          <a:ln/>
        </p:spPr>
      </p:sp>
      <p:sp>
        <p:nvSpPr>
          <p:cNvPr id="5" name="Text 2"/>
          <p:cNvSpPr/>
          <p:nvPr/>
        </p:nvSpPr>
        <p:spPr>
          <a:xfrm>
            <a:off x="6731000" y="3070861"/>
            <a:ext cx="4473702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Как посчитать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731000" y="3489961"/>
            <a:ext cx="447370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Цена в рублях ÷ 30 = цена в минутках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731000" y="3891279"/>
            <a:ext cx="4473702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Например, если товар стоит 90 ₽, он </a:t>
            </a:r>
            <a:r>
              <a:rPr lang="en-US" sz="1600" b="1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стоит 3 минутки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ЧОУ СОШ «Поколение» · Минутки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Логотип школы «Поколение»">    </p:cNvPr>
          <p:cNvPicPr>
            <a:picLocks noChangeAspect="1"/>
          </p:cNvPicPr>
          <p:nvPr/>
        </p:nvPicPr>
        <p:blipFill>
          <a:blip r:embed="rId1"/>
          <a:srcRect l="0" r="0" t="-1020" b="-1020"/>
          <a:stretch/>
        </p:blipFill>
        <p:spPr>
          <a:xfrm>
            <a:off x="812800" y="1851661"/>
            <a:ext cx="1143000" cy="1143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3197861"/>
            <a:ext cx="6932930" cy="136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Делай интересное — </a:t>
            </a:r>
            <a:r>
              <a:rPr lang="en-US" sz="4800" b="1" i="0" dirty="0">
                <a:solidFill>
                  <a:srgbClr val="2456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получай минутки!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812800" y="4742179"/>
            <a:ext cx="693293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ЧОУ СОШ «Поколение»</a:t>
            </a:r>
            <a:endParaRPr lang="en-US" sz="1600" dirty="0"/>
          </a:p>
        </p:txBody>
      </p:sp>
      <p:pic>
        <p:nvPicPr>
          <p:cNvPr id="5" name="Image 1" descr="Монета-минутка: золотая монета с часами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585200" y="2032000"/>
            <a:ext cx="2794000" cy="279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Минутки — школьная валюта">
  <a:themeElements>
    <a:clrScheme name="Минутки — школьная валюта">
      <a:dk1>
        <a:srgbClr val="1D2433"/>
      </a:dk1>
      <a:lt1>
        <a:srgbClr val="FFFFFF"/>
      </a:lt1>
      <a:dk2>
        <a:srgbClr val="565B66"/>
      </a:dk2>
      <a:lt2>
        <a:srgbClr val="E8E9EB"/>
      </a:lt2>
      <a:accent1>
        <a:srgbClr val="2456C9"/>
      </a:accent1>
      <a:accent2>
        <a:srgbClr val="E9A62A"/>
      </a:accent2>
      <a:accent3>
        <a:srgbClr val="5B6475"/>
      </a:accent3>
      <a:accent4>
        <a:srgbClr val="3C4558"/>
      </a:accent4>
      <a:accent5>
        <a:srgbClr val="FFF6E0"/>
      </a:accent5>
      <a:accent6>
        <a:srgbClr val="9AA0A6"/>
      </a:accent6>
      <a:hlink>
        <a:srgbClr val="0563C1"/>
      </a:hlink>
      <a:folHlink>
        <a:srgbClr val="954F72"/>
      </a:folHlink>
    </a:clrScheme>
    <a:fontScheme name="Минутки — школьная валюта">
      <a:majorFont>
        <a:latin typeface="Nun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Минутки — школьная валюта</dc:title>
  <dc:subject/>
  <dc:creator/>
  <cp:lastModifiedBy/>
  <cp:revision>1</cp:revision>
  <dcterms:created xsi:type="dcterms:W3CDTF">2026-10-18T05:02:18Z</dcterms:created>
  <dcterms:modified xsi:type="dcterms:W3CDTF">2026-10-18T05:02:18Z</dcterms:modified>
</cp:coreProperties>
</file>